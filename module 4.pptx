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PPC &amp; Google Ads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Google Ads Concepts, Bidding &amp; Ad Mockups</a:t>
            </a:r>
          </a:p>
          <a:p>
            <a:r>
              <a:t>www.tops-int.com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Factors Affecting PPC Bidding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Bid Amount</a:t>
            </a:r>
          </a:p>
          <a:p>
            <a:pPr marL="0" indent="0">
              <a:buNone/>
            </a:pPr>
            <a:r>
              <a:rPr dirty="0"/>
              <a:t>• Quality Score</a:t>
            </a:r>
          </a:p>
          <a:p>
            <a:pPr marL="0" indent="0">
              <a:buNone/>
            </a:pPr>
            <a:r>
              <a:rPr dirty="0"/>
              <a:t>• Ad Relevance</a:t>
            </a:r>
          </a:p>
          <a:p>
            <a:pPr marL="0" indent="0">
              <a:buNone/>
            </a:pPr>
            <a:r>
              <a:rPr dirty="0"/>
              <a:t>• Expected CTR</a:t>
            </a:r>
          </a:p>
          <a:p>
            <a:pPr marL="0" indent="0">
              <a:buNone/>
            </a:pPr>
            <a:r>
              <a:rPr dirty="0"/>
              <a:t>• Landing Page Experience</a:t>
            </a:r>
          </a:p>
          <a:p>
            <a:pPr marL="0" indent="0">
              <a:buNone/>
            </a:pPr>
            <a:r>
              <a:rPr dirty="0"/>
              <a:t>• Competition</a:t>
            </a:r>
          </a:p>
          <a:p>
            <a:pPr marL="0" indent="0">
              <a:buNone/>
            </a:pPr>
            <a:r>
              <a:rPr dirty="0"/>
              <a:t>• Targeting &amp; Ad Rank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Actual CPC is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Google Ads uses an auction system.</a:t>
            </a:r>
          </a:p>
          <a:p>
            <a:endParaRPr dirty="0"/>
          </a:p>
          <a:p>
            <a:r>
              <a:rPr dirty="0"/>
              <a:t>Actual CPC = (Ad Rank of competitor below ÷ Your Quality Score) + 1</a:t>
            </a:r>
          </a:p>
          <a:p>
            <a:endParaRPr dirty="0"/>
          </a:p>
          <a:p>
            <a:r>
              <a:rPr dirty="0"/>
              <a:t>Advertisers usually pay less than their maximum bid.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Quality Score is a rating from 1 to 10.</a:t>
            </a:r>
          </a:p>
          <a:p>
            <a:endParaRPr dirty="0"/>
          </a:p>
          <a:p>
            <a:r>
              <a:rPr dirty="0"/>
              <a:t>Based on:</a:t>
            </a:r>
          </a:p>
          <a:p>
            <a:pPr marL="0" indent="0">
              <a:buNone/>
            </a:pPr>
            <a:r>
              <a:rPr dirty="0"/>
              <a:t>• Expected CTR</a:t>
            </a:r>
          </a:p>
          <a:p>
            <a:pPr marL="0" indent="0">
              <a:buNone/>
            </a:pPr>
            <a:r>
              <a:rPr dirty="0"/>
              <a:t>• Ad Relevance</a:t>
            </a:r>
          </a:p>
          <a:p>
            <a:pPr marL="0" indent="0">
              <a:buNone/>
            </a:pPr>
            <a:r>
              <a:rPr dirty="0"/>
              <a:t>• Landing Page Experience</a:t>
            </a:r>
          </a:p>
          <a:p>
            <a:endParaRPr dirty="0"/>
          </a:p>
          <a:p>
            <a:r>
              <a:rPr dirty="0"/>
              <a:t>Importance:</a:t>
            </a:r>
          </a:p>
          <a:p>
            <a:pPr marL="0" indent="0">
              <a:buNone/>
            </a:pPr>
            <a:r>
              <a:rPr dirty="0"/>
              <a:t>• Lower CPC</a:t>
            </a:r>
          </a:p>
          <a:p>
            <a:pPr marL="0" indent="0">
              <a:buNone/>
            </a:pPr>
            <a:r>
              <a:rPr dirty="0"/>
              <a:t>• Higher Ad Rank</a:t>
            </a:r>
          </a:p>
          <a:p>
            <a:pPr marL="0" indent="0">
              <a:buNone/>
            </a:pPr>
            <a:r>
              <a:rPr dirty="0"/>
              <a:t>• Better ROI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Ad Mockup – www.tops-int.com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TOPS Technologies – Job-Oriented IT Courses</a:t>
            </a:r>
          </a:p>
          <a:p>
            <a:r>
              <a:t>Learn Python, Data Science &amp; Digital Marketing</a:t>
            </a:r>
          </a:p>
          <a:p>
            <a:r>
              <a:t>100% Practical Training | Placement Support</a:t>
            </a:r>
          </a:p>
          <a:p>
            <a:r>
              <a:t>CTA: Apply Now | Get Free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Ad Mockup – www.tops-int.com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Your IT Career with TOPS Technologies</a:t>
            </a:r>
          </a:p>
          <a:p>
            <a:r>
              <a:t>Learn trending IT skills with live projects</a:t>
            </a:r>
          </a:p>
          <a:p>
            <a:r>
              <a:t>For students &amp; professionals</a:t>
            </a:r>
          </a:p>
          <a:p>
            <a:r>
              <a:t>CTA: Start Learning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Ad Mockup – Website / Blog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Digital Marketing from Experts</a:t>
            </a:r>
          </a:p>
          <a:p>
            <a:r>
              <a:t>SEO, PPC &amp; Content Marketing Blogs</a:t>
            </a:r>
          </a:p>
          <a:p>
            <a:r>
              <a:t>Simple guides &amp; tips</a:t>
            </a:r>
          </a:p>
          <a:p>
            <a:r>
              <a:t>CTA: Read 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Age: 18–35</a:t>
            </a:r>
          </a:p>
          <a:p>
            <a:pPr marL="0" indent="0">
              <a:buNone/>
            </a:pPr>
            <a:r>
              <a:rPr dirty="0"/>
              <a:t>• Students, Freshers &amp; Working Professionals</a:t>
            </a:r>
          </a:p>
          <a:p>
            <a:pPr marL="0" indent="0">
              <a:buNone/>
            </a:pPr>
            <a:r>
              <a:rPr dirty="0"/>
              <a:t>• In-Market for IT &amp; Software Courses</a:t>
            </a:r>
          </a:p>
          <a:p>
            <a:pPr marL="0" indent="0">
              <a:buNone/>
            </a:pPr>
            <a:r>
              <a:rPr dirty="0"/>
              <a:t>• Location: India (Metro Cities)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&amp; Campaign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Budget: ₹5,000</a:t>
            </a:r>
          </a:p>
          <a:p>
            <a:r>
              <a:t>Daily Budget: ~₹165</a:t>
            </a:r>
          </a:p>
          <a:p>
            <a:endParaRPr/>
          </a:p>
          <a:p>
            <a:r>
              <a:t>Goal:</a:t>
            </a:r>
          </a:p>
          <a:p>
            <a:r>
              <a:t>• Maximum Clicks</a:t>
            </a:r>
          </a:p>
          <a:p>
            <a:r>
              <a:t>• High User Engagement</a:t>
            </a:r>
          </a:p>
          <a:p>
            <a:r>
              <a:t>• Course Inquiries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bidding strategy + Quality Score + Targeting</a:t>
            </a:r>
          </a:p>
          <a:p>
            <a:r>
              <a:t>= Better performance within budget</a:t>
            </a:r>
          </a:p>
          <a:p>
            <a:endParaRPr/>
          </a:p>
          <a:p>
            <a:r>
              <a:t>Google Ads helps generate traffic, engagement, and conversions.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296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PPC &amp; Google Ads Presentation</vt:lpstr>
      <vt:lpstr>Factors Affecting PPC Bidding</vt:lpstr>
      <vt:lpstr>How Actual CPC is Calculated</vt:lpstr>
      <vt:lpstr>Quality Score</vt:lpstr>
      <vt:lpstr>Search Ad Mockup – www.tops-int.com</vt:lpstr>
      <vt:lpstr>Display Ad Mockup – www.tops-int.com</vt:lpstr>
      <vt:lpstr>Display Ad Mockup – Website / Blog</vt:lpstr>
      <vt:lpstr>Target Audience</vt:lpstr>
      <vt:lpstr>Budget &amp; Campaign Goal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Manav Chauhan</cp:lastModifiedBy>
  <cp:revision>2</cp:revision>
  <dcterms:created xsi:type="dcterms:W3CDTF">2013-01-27T09:14:16Z</dcterms:created>
  <dcterms:modified xsi:type="dcterms:W3CDTF">2025-12-18T12:14:28Z</dcterms:modified>
  <cp:category/>
</cp:coreProperties>
</file>